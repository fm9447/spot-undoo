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1097280"/>
            <a:ext cx="3657600" cy="15325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2926080"/>
            <a:ext cx="944575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1">
                <a:solidFill>
                  <a:srgbClr val="F59E0B"/>
                </a:solidFill>
              </a:defRPr>
            </a:pPr>
            <a:r>
              <a:t>⚡ HACKATHON BUILD • HACKTOBERFEST 2026</a:t>
            </a:r>
          </a:p>
          <a:p>
            <a:pPr algn="ctr">
              <a:spcAft>
                <a:spcPts val="1000"/>
              </a:spcAft>
              <a:defRPr sz="4800" b="1">
                <a:solidFill>
                  <a:srgbClr val="FFFFFF"/>
                </a:solidFill>
              </a:defRPr>
            </a:pPr>
            <a:r>
              <a:t>SPOT-UNDOO</a:t>
            </a:r>
          </a:p>
          <a:p>
            <a:pPr algn="ctr">
              <a:spcAft>
                <a:spcPts val="2000"/>
              </a:spcAft>
              <a:defRPr sz="2000">
                <a:solidFill>
                  <a:srgbClr val="DCE6FF"/>
                </a:solidFill>
              </a:defRPr>
            </a:pPr>
            <a:r>
              <a:t>Local-First AI Kerala Travel &amp; Hidden-Spots Discovery Engine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🧠 Local Qwen 2.5 3B Inference   •   🍃 MongoDB Atlas Cloud   •   📱 Native Android &amp; PWA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0058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100" b="1">
                <a:solidFill>
                  <a:srgbClr val="0B3BF4"/>
                </a:solidFill>
              </a:defRPr>
            </a:pPr>
            <a:r>
              <a:t>FOCUS: TRANSIT &amp; LAYOVER TRAVELERS</a:t>
            </a:r>
          </a:p>
          <a:p>
            <a:pPr>
              <a:defRPr sz="2200" b="1">
                <a:solidFill>
                  <a:srgbClr val="000000"/>
                </a:solidFill>
              </a:defRPr>
            </a:pPr>
            <a:r>
              <a:t>THE CHALLENGE: Travel Friction vs. Hyper-Local Discovery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1280" y="640080"/>
            <a:ext cx="100584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02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E11D48"/>
                </a:solidFill>
              </a:defRPr>
            </a:pPr>
            <a:r>
              <a:t>THE PROBLEM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The Layover Dilemma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Tourist Trap Bias: Google Maps funnels travelers into crowded commercial spots, skipping authentic alleys.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Strict Time &amp; Train Anxiety: Missing a flight or train due to unpredictable transit delays is catastrophic.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Overpriced Station Traps: Travelers spend hours trapped inside railway stations with zero local insight.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Privacy &amp; Data Tracking: Most commercial travel apps sell GPS history and location patterns to ad networks.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1206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THE SOLUTION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The Spot-Undoo Solution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Micro-Itinerary AI: Computes routes based strictly on available minutes and budget limits.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Safe Return Guarantee: Blue trail terminates with an amber pin back at the station before boarding time.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Hyper-Local Curation: 70+ verified local spots across 7 Kerala railway hubs (tea stalls, banyans, cafes).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100% On-Device Privacy: Travel intent is reasoned entirely on-device with zero server prompts tracked.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0058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100" b="1">
                <a:solidFill>
                  <a:srgbClr val="0B3BF4"/>
                </a:solidFill>
              </a:defRPr>
            </a:pPr>
            <a:r>
              <a:t>FULL-STACK LOCAL-FIRST SYSTEM</a:t>
            </a:r>
          </a:p>
          <a:p>
            <a:pPr>
              <a:defRPr sz="2200" b="1">
                <a:solidFill>
                  <a:srgbClr val="000000"/>
                </a:solidFill>
              </a:defRPr>
            </a:pPr>
            <a:r>
              <a:t>SYSTEM ARCHITECTURE: Edge AI + Cloud Sync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1280" y="640080"/>
            <a:ext cx="100584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03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2918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0B3BF4"/>
                </a:solidFill>
              </a:defRPr>
            </a:pPr>
            <a:r>
              <a:t>CLIENT APP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Frontend Layer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React 18 + Vite with Neo-Brutalist design language.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Capacitor 6 Android bridge for native APK and ADB deployment.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Dual-Strategy GPS: High accuracy + cached fallback.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Leaflet OSM + Custom SVG Adventure Trail Canvas.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3984" y="1737360"/>
            <a:ext cx="32918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EDGE LLM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On-Device AI Engine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Ollama Local Runtime running fine-tuned Qwen 2.5 3B.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2.39s average response time on consumer hardware.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Strict JSON schema enforcement for itinerary generation.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Zero API keys, zero token fees, zero rate limits.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5592" y="1737360"/>
            <a:ext cx="32918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CLOUD / DB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Backend &amp; Persistence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Node.js &amp; Express 5 REST API on port 4000.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MongoDB Atlas cloud cluster (spots, reviews, plans).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Geospatial duplicate spot guard (±0.00001 tolerance).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Client-side JWT authentication mock guard.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0058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100" b="1">
                <a:solidFill>
                  <a:srgbClr val="0B3BF4"/>
                </a:solidFill>
              </a:defRPr>
            </a:pPr>
            <a:r>
              <a:t>INTERACTIVE DISCOVERY INTERFACE</a:t>
            </a:r>
          </a:p>
          <a:p>
            <a:pPr>
              <a:defRPr sz="2200" b="1">
                <a:solidFill>
                  <a:srgbClr val="000000"/>
                </a:solidFill>
              </a:defRPr>
            </a:pPr>
            <a:r>
              <a:t>THE VISUAL DISCOVERY ENGINE: Canvas &amp; OSM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1280" y="640080"/>
            <a:ext cx="100584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04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0B3BF4"/>
                </a:solidFill>
              </a:defRPr>
            </a:pPr>
            <a:r>
              <a:t>CANVAS MODE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Neo-Brutalist Adventure Canvas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Winding S-Curve Vector Trail: Visual journey through Kerala greenery and riverbeds.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Alternating Dynamic Cards: Large 64px photo preview, entry fees, and rating badges.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Single-Tap Filters: Instant filtering across Hidden Spots, Food, Gaming, and Nightlife.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Safe Return Visual Anchor: Blue trail terminates directly behind the station return pill.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1206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MAPPING &amp; GRID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Multi-View Flexibility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Live OpenStreetMap: Full interactive Leaflet map with custom Kerala pin markers.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Fast Grid View: High-density card listing for quick browsing on weak connections.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Hub Auto-Snapping: Instantly switches coordinates between Shoranur, Kochi, Calicut, etc.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Offline Resilient: All seed spots cached locally for zero-latency browsing.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0058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100" b="1">
                <a:solidFill>
                  <a:srgbClr val="0B3BF4"/>
                </a:solidFill>
              </a:defRPr>
            </a:pPr>
            <a:r>
              <a:t>CONSTRAINT-SATISFACTION INFERENCE</a:t>
            </a:r>
          </a:p>
          <a:p>
            <a:pPr>
              <a:defRPr sz="2200" b="1">
                <a:solidFill>
                  <a:srgbClr val="000000"/>
                </a:solidFill>
              </a:defRPr>
            </a:pPr>
            <a:r>
              <a:t>SMART AI PLANNER: Qwen 2.5 3B Reasoning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1280" y="640080"/>
            <a:ext cx="100584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05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0B3BF4"/>
                </a:solidFill>
              </a:defRPr>
            </a:pPr>
            <a:r>
              <a:t>PLANNER ENGINE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Precision Route Calculations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Strict Time Budgeting: Total transit + spend time &lt;= available layover minutes.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Rupee-Level Expense Guarantee: Entry tickets + auto fares &lt;= max user budget.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3 Alternative Plan Archetypes: Best Match, Ultra Budget Saver, and Hidden Scenic Trail.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Context-Aware Prompting: Ingests custom user vibes (e.g. 'rainy day chai near backwaters').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1206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AI BENCHMARKS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Why Edge Inference Wins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Zero Latency Bottlenecks: No roundtrips to US cloud data centers.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Offline-Capable: Generates full mathematical backup plans if Ollama is paused.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Predictable Execution: Local model fine-tuned on Kerala places dataset.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Sustainable AI: Low energy footprint per query on local CPUs/GPUs.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0058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100" b="1">
                <a:solidFill>
                  <a:srgbClr val="0B3BF4"/>
                </a:solidFill>
              </a:defRPr>
            </a:pPr>
            <a:r>
              <a:t>CROWDSOURCED HYPER-LOCAL KNOWLEDGE</a:t>
            </a:r>
          </a:p>
          <a:p>
            <a:pPr>
              <a:defRPr sz="2200" b="1">
                <a:solidFill>
                  <a:srgbClr val="000000"/>
                </a:solidFill>
              </a:defRPr>
            </a:pPr>
            <a:r>
              <a:t>COMMUNITY SPOTS: Uploads &amp; Quality Control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1280" y="640080"/>
            <a:ext cx="100584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06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0B3BF4"/>
                </a:solidFill>
              </a:defRPr>
            </a:pPr>
            <a:r>
              <a:t>CROWDSOURCING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Community Spot Contributions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Quick Spot Uploads: Name, category, photos, spend time, and local tips.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Instant Local Visibility: New spots automatically enter the discovery stream.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Interactive Community Reviews: Star ratings and verified traveler notes.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Direct Google Maps Handoff: One-tap navigation links for every spot.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1206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DATA INTEGRITY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Smart Quality Controls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Duplicate Spot Guard: Backend rejects submissions with matching coordinates (±0.00001).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Deterministic Candidate Expansion: Increased planner pool to 20 spots to ensure new gems appear.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MongoDB Atlas Sync: Real-time cloud persistence alongside local offline fallback.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Category Validation: Automatic tagging for seamless filter integration.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0058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100" b="1">
                <a:solidFill>
                  <a:srgbClr val="0B3BF4"/>
                </a:solidFill>
              </a:defRPr>
            </a:pPr>
            <a:r>
              <a:t>SPEED, EFFICIENCY &amp; PRIVACY</a:t>
            </a:r>
          </a:p>
          <a:p>
            <a:pPr>
              <a:defRPr sz="2200" b="1">
                <a:solidFill>
                  <a:srgbClr val="000000"/>
                </a:solidFill>
              </a:defRPr>
            </a:pPr>
            <a:r>
              <a:t>PERFORMANCE METRICS &amp; BENCHMARKS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1280" y="640080"/>
            <a:ext cx="100584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07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SPEED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Performance Highlights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⚡ 2.39s Average Inference Time on local Qwen 2.5 3B (Ollama).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⚡ 5.2 MB Native Android APK footprint — ultra lightweight.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⚡ 5.5s Production Build via Vite + Rollup chunk optimization.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⚡ 0 ms Network Delay for local mathematical route fallback.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1206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0B3BF4"/>
                </a:solidFill>
              </a:defRPr>
            </a:pPr>
            <a:r>
              <a:t>PRIVACY &amp; COST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Security &amp; Sustainability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🔒 100% Private: Location queries never leave traveler's personal hardware.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🔒 Zero Third-Party Tracker SDKs or commercial analytics scripts.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🌱 Low Carbon Footprint: Quantized Q4_K_M model runs on budget laptops.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💰 Zero Operational Cost: No OpenAI or Gemini token billing overhead.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0058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100" b="1">
                <a:solidFill>
                  <a:srgbClr val="0B3BF4"/>
                </a:solidFill>
              </a:defRPr>
            </a:pPr>
            <a:r>
              <a:t>COMPLETE BUTTON &amp; ACTION GUIDE</a:t>
            </a:r>
          </a:p>
          <a:p>
            <a:pPr>
              <a:defRPr sz="2200" b="1">
                <a:solidFill>
                  <a:srgbClr val="000000"/>
                </a:solidFill>
              </a:defRPr>
            </a:pPr>
            <a:r>
              <a:t>INTERACTIVE UI CONTROLS WALKTHROUGH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1280" y="640080"/>
            <a:ext cx="100584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08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2918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0B3BF4"/>
                </a:solidFill>
              </a:defRPr>
            </a:pPr>
            <a:r>
              <a:t>TOP NAVIGATION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Header &amp; Settings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Profile Avatar Tap: Opens settings sheet for Model, URL, and Cache.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Auto-GPS Pulse Dot: Live indicator for location lock status.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Re-acquire GPS: Forces dual-mode scan with nearest-city snap.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Brand Logo: Quick visual anchor across every screen.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3984" y="1737360"/>
            <a:ext cx="32918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EXPLORE SCREEN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Filters &amp; Canvas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View Switcher: Canvas (illustrated), Live OSM, or Grid.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Category Chips: All Spots, Hidden Gems, Food, Gaming, Night.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City Dropdown: Instant jump to Kochi, Calicut, Shoranur, etc.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Spot Cards: Tap card to fly camera or view carousel photos.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5592" y="1737360"/>
            <a:ext cx="32918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PLANNER &amp; BOTTOM BAR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Planner &amp; Dock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Mode Pills: Layover, Quick Free Time, or Full Day Trip.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Budget &amp; Time Sliders: Interactive constraints.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Generate 3 Plans: Runs local Qwen reasoning model.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Floating Dock: 1-click switch: Explore, Planner, Add Spot, Debug.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10728655" cy="10058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100" b="1">
                <a:solidFill>
                  <a:srgbClr val="0B3BF4"/>
                </a:solidFill>
              </a:defRPr>
            </a:pPr>
            <a:r>
              <a:t>EXECUTION PLAN &amp; SCALED GROWTH</a:t>
            </a:r>
          </a:p>
          <a:p>
            <a:pPr>
              <a:defRPr sz="2200" b="1">
                <a:solidFill>
                  <a:srgbClr val="000000"/>
                </a:solidFill>
              </a:defRPr>
            </a:pPr>
            <a:r>
              <a:t>ROADMAP &amp; FUTURE PRIORITIES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1280" y="640080"/>
            <a:ext cx="1005840" cy="457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09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COMPLETED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Phase 1: Completed Hackathon Build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✓ 7 Kerala Hubs &amp; 70 verified spots with high-res photography.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✓ On-device Qwen 2.5 3B local AI reasoning via Ollama.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✓ MongoDB Atlas cloud cluster for spots, reviews, and plans.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✓ Dual canvas with Neo-brutalist trail and Leaflet OpenStreetMap.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✓ Native Android APK package tested live on mobile.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12064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0B3BF4"/>
                </a:solidFill>
              </a:defRPr>
            </a:pPr>
            <a:r>
              <a:t>FUTURE ROADMAP</a:t>
            </a:r>
          </a:p>
          <a:p>
            <a:pPr>
              <a:spcAft>
                <a:spcPts val="1200"/>
              </a:spcAft>
              <a:defRPr sz="1700" b="1">
                <a:solidFill>
                  <a:srgbClr val="000000"/>
                </a:solidFill>
              </a:defRPr>
            </a:pPr>
            <a:r>
              <a:t>Phase 2: Scaled Expansion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➔ Offline Vector Search: Local Qdrant embeddings for natural language spot search.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➔ Malayalam Voice Guide: On-device Piper TTS + Whisper voice interaction.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➔ Live Train Delay Integration: Webhooks adjusting layover buffers automatically.</a:t>
            </a:r>
          </a:p>
          <a:p>
            <a:pPr>
              <a:spcAft>
                <a:spcPts val="800"/>
              </a:spcAft>
              <a:defRPr sz="1200">
                <a:solidFill>
                  <a:srgbClr val="0F1016"/>
                </a:solidFill>
              </a:defRPr>
            </a:pPr>
            <a:r>
              <a:t>•  ➔ Auto-Driver Kiosk Portal: Monetized curated guide cards with UPI QR codes.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